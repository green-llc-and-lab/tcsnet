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97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673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24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85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81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57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05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07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21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06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021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E9C14-78F1-4C5D-B402-046F335D822E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A5710-301A-4BBB-86B3-4E19CC46D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63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1928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Green-Store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Стёпа Лещенко</dc:creator>
  <cp:lastModifiedBy>Стёпа Лещенко</cp:lastModifiedBy>
  <cp:revision>1</cp:revision>
  <dcterms:created xsi:type="dcterms:W3CDTF">2026-07-28T05:45:27Z</dcterms:created>
  <dcterms:modified xsi:type="dcterms:W3CDTF">2026-07-28T05:46:09Z</dcterms:modified>
</cp:coreProperties>
</file>